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8412480" cy="566928"/>
          </a:xfrm>
          <a:prstGeom prst="rect">
            <a:avLst/>
          </a:prstGeom>
          <a:solidFill>
            <a:srgbClr val="3F7FE0"/>
          </a:solidFill>
          <a:ln w="12700">
            <a:solidFill>
              <a:srgbClr val="3F7FE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SIMPLIFIED VALIDATION BOARD</a:t>
            </a:r>
            <a:endParaRPr lang="en-US" sz="2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Customer Segment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Students and young adults, mostly 20 to 24, who hang out in Angeles and Pampanga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Problem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single place to find out what’s open, affordable and worth visiting, and group decisions are slow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Solution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Keni: a map app for finding places and planning outings with your tropa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Experiment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Interview: 20 people (students aged 20 to 24, plus one working adult), each with a walkthrough of the Keni prototype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Success Metric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 FILL IN: the pass mark your group set (for example, “60% of respondents would use the app”)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of respondents would use the app (20 of 20)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4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Action</a:t>
                      </a:r>
                      <a:endParaRPr lang="en-US" sz="15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Pursue!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46304" marR="146304" marT="36576" marB="36576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3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Keni · Experiment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Keni: Simplified Validation Board</dc:title>
  <dc:subject>PptxGenJS Presentation</dc:subject>
  <dc:creator>PptxGenJS</dc:creator>
  <cp:lastModifiedBy>PptxGenJS</cp:lastModifiedBy>
  <cp:revision>1</cp:revision>
  <dcterms:created xsi:type="dcterms:W3CDTF">2026-10-13T14:29:28Z</dcterms:created>
  <dcterms:modified xsi:type="dcterms:W3CDTF">2026-10-13T14:29:28Z</dcterms:modified>
</cp:coreProperties>
</file>